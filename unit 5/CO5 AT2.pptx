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80" r:id="rId6"/>
    <p:sldId id="262" r:id="rId7"/>
    <p:sldId id="264" r:id="rId8"/>
    <p:sldId id="267" r:id="rId9"/>
    <p:sldId id="269" r:id="rId10"/>
    <p:sldId id="282" r:id="rId11"/>
    <p:sldId id="271" r:id="rId12"/>
    <p:sldId id="272" r:id="rId13"/>
    <p:sldId id="281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20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45DCC0-5F26-3A8C-F162-2CFA1D461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B34CD28-998B-16F9-A2B4-84E4DD380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AFBE31-A5EA-88F1-5B26-3CF611BD5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76726A-BA0A-C971-75D6-778A7DDCC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151DEF-9F7F-9691-7959-510EAB621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4051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E8CB74-2EDC-7294-568B-12B4244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016644-D18A-649A-1164-8B7CCD52D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4DB4A-F5F3-64D2-92D8-30AE315CB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FC0843-F70B-0DF3-AC0C-070F4F10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1997F6-7BB8-EEFB-3A86-62D789AB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0299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CC6C86-98C9-9541-D8E1-4C52E232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CADBAEB-E96B-FA4D-1D0F-A2E8DD770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C30CAF-6784-DD77-2368-EE04A5E4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4BBAC07-41D0-C7A4-0175-7A111BA0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E9415D-DF9F-343C-55ED-D0DB23C5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8204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D3EE65-727D-A131-C915-49E946B6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D56677-84C4-2B68-C2C9-B3DDA19F3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7D5EC69-EFE6-4410-6389-4EC35A381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6F53468-13CF-840C-8365-4E8FE121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6E869C6-CCFC-8B94-E678-1E4F57D9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F481EF2-2262-51B9-E970-24ACBD7D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6840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CAF111-8DBE-EE14-BCA2-D9F26E75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437C59-E045-D569-4134-E9369E855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FCEC757-8E4C-4A09-7102-A3BAAEB3B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FC1E77F-C70D-E6AA-2A88-F20544629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75FD1A9-53A2-507C-663A-EDAEEBF0C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BF08A3C-7DBB-754D-5A36-D88DF449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6657EDB-A509-FC31-66C1-C54350E1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0E0A320-1582-8643-069C-B5D8B070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2101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7A3A97-F0EE-799B-2FF7-9F985435B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0073F89-434E-833F-49FC-1826205BD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36ADE9E-7CDB-342B-C2B0-4E4DD548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B2A2D0-48BC-9B65-F82F-221775A3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551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3A38ED7-67E0-4D38-C737-334DDDB2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A90B5E5-30BB-6D04-94E3-AB3F42B5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3DC7733-038B-3095-38CC-65BCB1708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730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A00345-79A3-4FC0-5346-EE598F44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C3ED03-8ED3-E3A8-7869-FA4B3A13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C487625-0392-698F-4356-2C9B5857E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F825DB4-617F-C84E-E604-477AF1479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0A06EE0-4948-8920-8B10-13E7D5857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BEF890F-887B-42A4-CAA8-9A5BB7C3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94813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D0B1E4-3263-878C-182B-8C5B85510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81D4CAD-BDA8-A3BD-978F-5CA8A9D236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270DF9B-7829-D57A-0C5A-EEECD4110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70E1AAE-0D3C-8354-EA0B-A6AC8B2A8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524B501-150B-840F-EF11-8FFDCBC93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5A35A8A-F136-A5CE-68BB-0B89CD5C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64483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4E20E1-5CF4-0284-1FA1-894535F7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BFE5884-3F23-1E6D-B7D8-90ACA4AA4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66FBF0-899C-B004-CDA8-270E99EF7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32650D-BC21-890F-BF85-E0158189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F66D63F-B955-F926-700D-4F3AE9AF5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17871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2319363-00F7-B184-B8FA-7F6B6D7AF6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0145FBF-CDF3-F224-6242-D46101676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F88156-DC4A-F4D5-730D-4DF31DBAE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8309B1-8711-42A4-AE21-DC9AF6E9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7CF141-F471-87B5-FA8C-07303B32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0077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C009EDA-1848-EDD0-F519-B58F72C2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873E4A-9DC9-60C3-FF36-4F9FB519C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D39760C-8C51-F00B-F611-4B436C35E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04E02-4B6A-4A37-842F-D1814B1101A0}" type="datetimeFigureOut">
              <a:rPr lang="en-IN" smtClean="0"/>
              <a:pPr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5240FF-08B7-02C6-D820-DD50CA32B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03B773-B790-FB69-5F2A-F1967017D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0BE30-89A4-42B0-A1F6-5BB9D88B1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79805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F9B9D0-4D16-83EF-63A9-F5F46E687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187" y="1600200"/>
            <a:ext cx="11041626" cy="1509019"/>
          </a:xfrm>
        </p:spPr>
        <p:txBody>
          <a:bodyPr>
            <a:normAutofit/>
          </a:bodyPr>
          <a:lstStyle/>
          <a:p>
            <a:r>
              <a:rPr lang="fr-FR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VisionDesk</a:t>
            </a:r>
            <a:r>
              <a:rPr lang="fr-F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Intelligent Desktop Management Application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F587282-703A-B50A-38FF-A9AD5A75D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187" y="3429000"/>
            <a:ext cx="11041626" cy="891304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CSA1708 –Artificial Intelligence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5.png">
            <a:extLst>
              <a:ext uri="{FF2B5EF4-FFF2-40B4-BE49-F238E27FC236}">
                <a16:creationId xmlns:a16="http://schemas.microsoft.com/office/drawing/2014/main" xmlns="" id="{4640E55D-69AD-6994-FAC3-37EB27FCB2A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4749"/>
            <a:ext cx="12192000" cy="1091382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879F901-3390-5C37-3CCA-2591ED184621}"/>
              </a:ext>
            </a:extLst>
          </p:cNvPr>
          <p:cNvSpPr txBox="1"/>
          <p:nvPr/>
        </p:nvSpPr>
        <p:spPr>
          <a:xfrm>
            <a:off x="1042219" y="4447315"/>
            <a:ext cx="104074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Sanjai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S(192421121)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Sham </a:t>
            </a: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jeyakaran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P(192565097)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Deenadayalan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(192521135)                                   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156294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7B17FC-E565-01A2-7CD2-958C68B4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559" y="3776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725173-6ABA-FC2E-04B6-D0FF7BD90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SMS is one of the most common forms of communication.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Spam messages are unwanted messages that may contain advertisements, scams, or harmful links.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identifying spam messages is difficult when the number of messages is large.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 can automatically detect and classify SMS messages.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messages into Spam or Ham (Legitimate).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xmlns="" id="{91B35C2E-08ED-C66E-72A9-0F6D212FF1A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78535" y="140106"/>
            <a:ext cx="1238864" cy="1120875"/>
          </a:xfrm>
          <a:prstGeom prst="rect">
            <a:avLst/>
          </a:prstGeom>
          <a:ln/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xmlns="" id="{1CD6E60F-477F-643C-7453-8ACA8E135AE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75318" y="97019"/>
            <a:ext cx="1147916" cy="9930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xmlns="" val="174942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078594-B7E7-F167-EEC3-3143DEB0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2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898AC1-4E10-DDEA-4904-E4A6A6880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a large number of unwanted SMS messages.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Spam messages can waste time and cause security risks.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keyword-based filtering may not identify new spam patterns.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system is required to automatically detect spam messages.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provide accurate and fast classification.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xmlns="" id="{030F364B-E7AE-3EBE-4BC8-C79CA3459DA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8703" y="130274"/>
            <a:ext cx="1238864" cy="1120875"/>
          </a:xfrm>
          <a:prstGeom prst="rect">
            <a:avLst/>
          </a:prstGeom>
          <a:ln/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xmlns="" id="{16C75CED-8D35-A6F8-67A8-38E516BAB0E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75318" y="97019"/>
            <a:ext cx="1147916" cy="9930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xmlns="" val="220718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8585D7-3521-3036-CCEE-7D1AF481A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4E40E7-F76B-4F53-D395-A24EAC83E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SMS spam detection system. </a:t>
            </a:r>
          </a:p>
          <a:p>
            <a:pPr lvl="0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clean SMS text data.</a:t>
            </a:r>
          </a:p>
          <a:p>
            <a:pPr lvl="0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useful features from messages.</a:t>
            </a:r>
          </a:p>
          <a:p>
            <a:pPr lvl="0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a machine learning classification model.</a:t>
            </a:r>
          </a:p>
          <a:p>
            <a:pPr lvl="0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incoming SMS as Spam or Ham.</a:t>
            </a:r>
          </a:p>
          <a:p>
            <a:pPr lvl="0"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message security and reduce unwanted messages.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xmlns="" id="{2D0866BF-5B39-101B-EAF0-0477B69ED7B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8703" y="130274"/>
            <a:ext cx="1238864" cy="1120875"/>
          </a:xfrm>
          <a:prstGeom prst="rect">
            <a:avLst/>
          </a:prstGeom>
          <a:ln/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xmlns="" id="{345551CD-8A1C-9EBA-CFEE-7FB27DA07E8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75318" y="97019"/>
            <a:ext cx="1147916" cy="9930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xmlns="" val="118723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xmlns="" id="{68B23377-9A88-041C-0989-BE3BCEB5C25D}"/>
              </a:ext>
            </a:extLst>
          </p:cNvPr>
          <p:cNvSpPr/>
          <p:nvPr/>
        </p:nvSpPr>
        <p:spPr>
          <a:xfrm>
            <a:off x="5633883" y="701074"/>
            <a:ext cx="924233" cy="673472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IN" sz="1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D10F4DD-F351-5546-CE3F-7AB7A5DCE398}"/>
              </a:ext>
            </a:extLst>
          </p:cNvPr>
          <p:cNvSpPr/>
          <p:nvPr/>
        </p:nvSpPr>
        <p:spPr>
          <a:xfrm>
            <a:off x="6787618" y="5419697"/>
            <a:ext cx="1706944" cy="6599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java.time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4B99840-6098-93A3-8C9B-6A086B886D9C}"/>
              </a:ext>
            </a:extLst>
          </p:cNvPr>
          <p:cNvSpPr/>
          <p:nvPr/>
        </p:nvSpPr>
        <p:spPr>
          <a:xfrm>
            <a:off x="5330505" y="1587616"/>
            <a:ext cx="1539201" cy="698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Main.java                               Splash Screen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0A1A5CB-1982-5076-D114-BA43FAE052D8}"/>
              </a:ext>
            </a:extLst>
          </p:cNvPr>
          <p:cNvSpPr/>
          <p:nvPr/>
        </p:nvSpPr>
        <p:spPr>
          <a:xfrm>
            <a:off x="6631051" y="4423998"/>
            <a:ext cx="2012643" cy="7720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Scheduler </a:t>
            </a:r>
          </a:p>
          <a:p>
            <a:pPr algn="ctr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F3E7683D-1BF1-6446-0EB5-267D6F81531F}"/>
              </a:ext>
            </a:extLst>
          </p:cNvPr>
          <p:cNvCxnSpPr>
            <a:cxnSpLocks/>
          </p:cNvCxnSpPr>
          <p:nvPr/>
        </p:nvCxnSpPr>
        <p:spPr>
          <a:xfrm>
            <a:off x="6095999" y="1374546"/>
            <a:ext cx="0" cy="223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97A6BC13-0BB3-8E8E-B771-BC73D319BC76}"/>
              </a:ext>
            </a:extLst>
          </p:cNvPr>
          <p:cNvSpPr/>
          <p:nvPr/>
        </p:nvSpPr>
        <p:spPr>
          <a:xfrm>
            <a:off x="10004911" y="5438269"/>
            <a:ext cx="1618644" cy="6599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Files.walk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             Desktop API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D7A2F30F-BD7D-761A-5052-64A500180834}"/>
              </a:ext>
            </a:extLst>
          </p:cNvPr>
          <p:cNvSpPr/>
          <p:nvPr/>
        </p:nvSpPr>
        <p:spPr>
          <a:xfrm>
            <a:off x="636595" y="4414904"/>
            <a:ext cx="2025977" cy="77182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Organizer </a:t>
            </a:r>
          </a:p>
          <a:p>
            <a:pPr algn="ctr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B202BBE9-2A8B-B797-F8D2-30DB441EC8D2}"/>
              </a:ext>
            </a:extLst>
          </p:cNvPr>
          <p:cNvSpPr/>
          <p:nvPr/>
        </p:nvSpPr>
        <p:spPr>
          <a:xfrm>
            <a:off x="3812009" y="3481783"/>
            <a:ext cx="1196062" cy="27849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 sz="1600" b="1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6D8ACC96-4EB6-A2BD-F08F-2086BF305B5A}"/>
              </a:ext>
            </a:extLst>
          </p:cNvPr>
          <p:cNvSpPr/>
          <p:nvPr/>
        </p:nvSpPr>
        <p:spPr>
          <a:xfrm>
            <a:off x="4327035" y="6436819"/>
            <a:ext cx="3638444" cy="34631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To the User </a:t>
            </a:r>
            <a:endParaRPr lang="en-IN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xmlns="" id="{E473AEF8-ED62-0B1A-1767-B68A70DF7876}"/>
              </a:ext>
            </a:extLst>
          </p:cNvPr>
          <p:cNvSpPr/>
          <p:nvPr/>
        </p:nvSpPr>
        <p:spPr>
          <a:xfrm>
            <a:off x="5057232" y="2495082"/>
            <a:ext cx="2178051" cy="647678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Dashboard.java 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Swing GUI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xmlns="" id="{66953D34-6C37-8CB5-2746-8D8C3E377D02}"/>
              </a:ext>
            </a:extLst>
          </p:cNvPr>
          <p:cNvSpPr/>
          <p:nvPr/>
        </p:nvSpPr>
        <p:spPr>
          <a:xfrm>
            <a:off x="4900187" y="3376217"/>
            <a:ext cx="2528087" cy="700531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Sidebar +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CardLayout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Navigation 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xmlns="" id="{9047EC93-9242-CCA7-D62D-9A1FEAB46052}"/>
              </a:ext>
            </a:extLst>
          </p:cNvPr>
          <p:cNvSpPr/>
          <p:nvPr/>
        </p:nvSpPr>
        <p:spPr>
          <a:xfrm>
            <a:off x="3854025" y="4418866"/>
            <a:ext cx="2025975" cy="7718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Monitor 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xmlns="" id="{984AEBD2-154E-3B12-4121-6E4CF9013A29}"/>
              </a:ext>
            </a:extLst>
          </p:cNvPr>
          <p:cNvSpPr/>
          <p:nvPr/>
        </p:nvSpPr>
        <p:spPr>
          <a:xfrm>
            <a:off x="843877" y="5428983"/>
            <a:ext cx="1566464" cy="65998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Files.move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xmlns="" id="{1C06AD92-B668-3840-613D-05874E62E3F6}"/>
              </a:ext>
            </a:extLst>
          </p:cNvPr>
          <p:cNvSpPr/>
          <p:nvPr/>
        </p:nvSpPr>
        <p:spPr>
          <a:xfrm>
            <a:off x="3967109" y="5410411"/>
            <a:ext cx="1847517" cy="659983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JMX / Runtime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/ RAM / Disk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D2CD1C7-CDCA-879F-1B97-E60256AF43AD}"/>
              </a:ext>
            </a:extLst>
          </p:cNvPr>
          <p:cNvSpPr/>
          <p:nvPr/>
        </p:nvSpPr>
        <p:spPr>
          <a:xfrm>
            <a:off x="9851314" y="4414668"/>
            <a:ext cx="1972141" cy="7720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                       Smart Search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xmlns="" id="{A3D53141-0979-A1E6-2242-AEFB3860F062}"/>
              </a:ext>
            </a:extLst>
          </p:cNvPr>
          <p:cNvCxnSpPr>
            <a:cxnSpLocks/>
          </p:cNvCxnSpPr>
          <p:nvPr/>
        </p:nvCxnSpPr>
        <p:spPr>
          <a:xfrm>
            <a:off x="6091082" y="2285706"/>
            <a:ext cx="0" cy="223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xmlns="" id="{3D84E204-D90F-EEC6-491B-6FC1B1D13370}"/>
              </a:ext>
            </a:extLst>
          </p:cNvPr>
          <p:cNvCxnSpPr>
            <a:cxnSpLocks/>
          </p:cNvCxnSpPr>
          <p:nvPr/>
        </p:nvCxnSpPr>
        <p:spPr>
          <a:xfrm>
            <a:off x="6076333" y="3142760"/>
            <a:ext cx="0" cy="223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xmlns="" id="{A0396273-8938-6700-41E2-8EBCFC23B4C0}"/>
              </a:ext>
            </a:extLst>
          </p:cNvPr>
          <p:cNvCxnSpPr>
            <a:cxnSpLocks/>
          </p:cNvCxnSpPr>
          <p:nvPr/>
        </p:nvCxnSpPr>
        <p:spPr>
          <a:xfrm>
            <a:off x="6076333" y="4076748"/>
            <a:ext cx="0" cy="16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9" name="image4.png">
            <a:extLst>
              <a:ext uri="{FF2B5EF4-FFF2-40B4-BE49-F238E27FC236}">
                <a16:creationId xmlns:a16="http://schemas.microsoft.com/office/drawing/2014/main" xmlns="" id="{54B70DDC-4ED6-E40D-1970-232157A7E48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8703" y="130274"/>
            <a:ext cx="1238864" cy="1120875"/>
          </a:xfrm>
          <a:prstGeom prst="rect">
            <a:avLst/>
          </a:prstGeom>
          <a:ln/>
        </p:spPr>
      </p:pic>
      <p:pic>
        <p:nvPicPr>
          <p:cNvPr id="51" name="image1.png">
            <a:extLst>
              <a:ext uri="{FF2B5EF4-FFF2-40B4-BE49-F238E27FC236}">
                <a16:creationId xmlns:a16="http://schemas.microsoft.com/office/drawing/2014/main" xmlns="" id="{72FF8771-56E0-4FEC-FEDD-FA7DA870D13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75318" y="97019"/>
            <a:ext cx="1147916" cy="993057"/>
          </a:xfrm>
          <a:prstGeom prst="rect">
            <a:avLst/>
          </a:prstGeom>
          <a:ln/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1980BB85-0244-1AAF-C455-F709C257CF33}"/>
              </a:ext>
            </a:extLst>
          </p:cNvPr>
          <p:cNvCxnSpPr>
            <a:cxnSpLocks/>
          </p:cNvCxnSpPr>
          <p:nvPr/>
        </p:nvCxnSpPr>
        <p:spPr>
          <a:xfrm>
            <a:off x="1607567" y="4241665"/>
            <a:ext cx="9206666" cy="122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xmlns="" id="{DE5A0A9F-6F6D-BF8B-3912-9FA436F0D91C}"/>
              </a:ext>
            </a:extLst>
          </p:cNvPr>
          <p:cNvCxnSpPr>
            <a:cxnSpLocks/>
          </p:cNvCxnSpPr>
          <p:nvPr/>
        </p:nvCxnSpPr>
        <p:spPr>
          <a:xfrm>
            <a:off x="1607567" y="4237703"/>
            <a:ext cx="0" cy="16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xmlns="" id="{113D9BA4-F5A6-C735-4C12-D99336E5A50A}"/>
              </a:ext>
            </a:extLst>
          </p:cNvPr>
          <p:cNvCxnSpPr>
            <a:cxnSpLocks/>
          </p:cNvCxnSpPr>
          <p:nvPr/>
        </p:nvCxnSpPr>
        <p:spPr>
          <a:xfrm>
            <a:off x="4819080" y="4237703"/>
            <a:ext cx="0" cy="16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xmlns="" id="{15168EF1-4F57-C454-0F67-FDE150A1689F}"/>
              </a:ext>
            </a:extLst>
          </p:cNvPr>
          <p:cNvCxnSpPr>
            <a:cxnSpLocks/>
          </p:cNvCxnSpPr>
          <p:nvPr/>
        </p:nvCxnSpPr>
        <p:spPr>
          <a:xfrm>
            <a:off x="7644578" y="4257911"/>
            <a:ext cx="0" cy="16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xmlns="" id="{4D413453-79DE-992E-70C9-4E5EAB66672D}"/>
              </a:ext>
            </a:extLst>
          </p:cNvPr>
          <p:cNvCxnSpPr>
            <a:cxnSpLocks/>
          </p:cNvCxnSpPr>
          <p:nvPr/>
        </p:nvCxnSpPr>
        <p:spPr>
          <a:xfrm>
            <a:off x="10814233" y="4237703"/>
            <a:ext cx="0" cy="16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xmlns="" id="{51370F72-60BA-1B78-76BD-1A84FAC570C9}"/>
              </a:ext>
            </a:extLst>
          </p:cNvPr>
          <p:cNvCxnSpPr>
            <a:cxnSpLocks/>
          </p:cNvCxnSpPr>
          <p:nvPr/>
        </p:nvCxnSpPr>
        <p:spPr>
          <a:xfrm>
            <a:off x="1607567" y="5196018"/>
            <a:ext cx="0" cy="223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xmlns="" id="{E2C3D3E9-74A5-A834-29ED-9AFE2A41FB19}"/>
              </a:ext>
            </a:extLst>
          </p:cNvPr>
          <p:cNvCxnSpPr>
            <a:cxnSpLocks/>
          </p:cNvCxnSpPr>
          <p:nvPr/>
        </p:nvCxnSpPr>
        <p:spPr>
          <a:xfrm>
            <a:off x="4819080" y="5186732"/>
            <a:ext cx="0" cy="223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EE05BB50-AA09-D35D-3552-C25034FC1633}"/>
              </a:ext>
            </a:extLst>
          </p:cNvPr>
          <p:cNvCxnSpPr>
            <a:cxnSpLocks/>
          </p:cNvCxnSpPr>
          <p:nvPr/>
        </p:nvCxnSpPr>
        <p:spPr>
          <a:xfrm>
            <a:off x="7644578" y="5205304"/>
            <a:ext cx="0" cy="223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xmlns="" id="{6FA18042-FBAC-F109-88B4-0236698E86C9}"/>
              </a:ext>
            </a:extLst>
          </p:cNvPr>
          <p:cNvCxnSpPr>
            <a:cxnSpLocks/>
          </p:cNvCxnSpPr>
          <p:nvPr/>
        </p:nvCxnSpPr>
        <p:spPr>
          <a:xfrm>
            <a:off x="10814233" y="5205304"/>
            <a:ext cx="0" cy="223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xmlns="" id="{BB05B993-A647-B3AB-2170-5FBFA9006D1A}"/>
              </a:ext>
            </a:extLst>
          </p:cNvPr>
          <p:cNvCxnSpPr>
            <a:cxnSpLocks/>
          </p:cNvCxnSpPr>
          <p:nvPr/>
        </p:nvCxnSpPr>
        <p:spPr>
          <a:xfrm>
            <a:off x="1560897" y="6250325"/>
            <a:ext cx="9206666" cy="1228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xmlns="" id="{33E5997D-84A0-A406-3765-05EE400FB4BA}"/>
              </a:ext>
            </a:extLst>
          </p:cNvPr>
          <p:cNvCxnSpPr>
            <a:cxnSpLocks/>
          </p:cNvCxnSpPr>
          <p:nvPr/>
        </p:nvCxnSpPr>
        <p:spPr>
          <a:xfrm>
            <a:off x="1560897" y="6088966"/>
            <a:ext cx="0" cy="16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xmlns="" id="{D1B86741-587D-34DF-C937-07D7B1F006CD}"/>
              </a:ext>
            </a:extLst>
          </p:cNvPr>
          <p:cNvCxnSpPr>
            <a:cxnSpLocks/>
          </p:cNvCxnSpPr>
          <p:nvPr/>
        </p:nvCxnSpPr>
        <p:spPr>
          <a:xfrm>
            <a:off x="4819080" y="6088965"/>
            <a:ext cx="0" cy="16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xmlns="" id="{69E9F45C-9FCF-A712-05C3-E12E5F256F2E}"/>
              </a:ext>
            </a:extLst>
          </p:cNvPr>
          <p:cNvCxnSpPr>
            <a:cxnSpLocks/>
          </p:cNvCxnSpPr>
          <p:nvPr/>
        </p:nvCxnSpPr>
        <p:spPr>
          <a:xfrm>
            <a:off x="7637372" y="6088965"/>
            <a:ext cx="0" cy="16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xmlns="" id="{7998E7AF-3656-AFDE-E9DF-D925C455BBE6}"/>
              </a:ext>
            </a:extLst>
          </p:cNvPr>
          <p:cNvCxnSpPr>
            <a:cxnSpLocks/>
          </p:cNvCxnSpPr>
          <p:nvPr/>
        </p:nvCxnSpPr>
        <p:spPr>
          <a:xfrm>
            <a:off x="10777388" y="6098253"/>
            <a:ext cx="0" cy="16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xmlns="" id="{E688FEC2-D2EB-4A43-E72F-BC1AF0372818}"/>
              </a:ext>
            </a:extLst>
          </p:cNvPr>
          <p:cNvCxnSpPr>
            <a:cxnSpLocks/>
          </p:cNvCxnSpPr>
          <p:nvPr/>
        </p:nvCxnSpPr>
        <p:spPr>
          <a:xfrm>
            <a:off x="6076333" y="6266770"/>
            <a:ext cx="0" cy="16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DDBCDC69-EBB4-B377-BE2D-E2AF69A3BA9E}"/>
              </a:ext>
            </a:extLst>
          </p:cNvPr>
          <p:cNvSpPr txBox="1"/>
          <p:nvPr/>
        </p:nvSpPr>
        <p:spPr>
          <a:xfrm>
            <a:off x="2929831" y="-58676"/>
            <a:ext cx="74024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99633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7274D2-2EAC-9B32-2B0D-291840D7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021" y="27929"/>
            <a:ext cx="8944842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SMART FILE &amp; FOLDER ORGANIZER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00D5FE-18D6-ACC9-B011-F481AA3CA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allows the user to select a folder and scan its files before beginning the organization process.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are identified through their extensions and automatically classified into categories such as Images, Documents, Videos, Audio, Archives and Others.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scanned information is displayed in a table showing the filename, type, size, category and current status.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having the same size are flagged as possible duplicates, giving the user an indication of potentially redundant files.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creates the required category folders and moves the files into their corresponding locations using Java file operations.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xmlns="" id="{1F50B1A9-5ED6-9D17-1787-A3961BDC053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8703" y="130274"/>
            <a:ext cx="1238864" cy="1120875"/>
          </a:xfrm>
          <a:prstGeom prst="rect">
            <a:avLst/>
          </a:prstGeom>
          <a:ln/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xmlns="" id="{8DB55EC1-C8FC-C10A-927D-D6B08F3C345A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75318" y="97019"/>
            <a:ext cx="1147916" cy="9930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xmlns="" val="174500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136C0F-0DCF-8B3D-DAB0-C0807283A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006" y="18255"/>
            <a:ext cx="9311149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SYSTEM RESOURCE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631D92-04CA-B1A1-82E9-1A28E08F1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 algn="just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provides a live view of important system resources so that users can understand the current condition of their computer. </a:t>
            </a:r>
          </a:p>
          <a:p>
            <a:pPr lvl="0" algn="just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usage is calculated and displayed as a percentage through a visual progress indicator for easier interpretation. </a:t>
            </a:r>
          </a:p>
          <a:p>
            <a:pPr lvl="0" algn="just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usage is calculated using the Java Runtime environment and displayed along with the approximate memory currently being used. </a:t>
            </a:r>
          </a:p>
          <a:p>
            <a:pPr lvl="0" algn="just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utilization is calculated from the file-system space and presented as both a percentage and used-storage value. </a:t>
            </a:r>
          </a:p>
          <a:p>
            <a:pPr lvl="0" algn="just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monitor also displays operating-system details, system architecture, Java version, processor availability and continuously refreshes the information.</a:t>
            </a:r>
          </a:p>
          <a:p>
            <a:pPr algn="just">
              <a:lnSpc>
                <a:spcPct val="11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xmlns="" id="{55DBBAFF-6DB7-0A03-08C8-B1F327B7E12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8703" y="130274"/>
            <a:ext cx="1238864" cy="1120875"/>
          </a:xfrm>
          <a:prstGeom prst="rect">
            <a:avLst/>
          </a:prstGeom>
          <a:ln/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xmlns="" id="{1E633CB4-3025-496C-9453-7C8B76061DE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75318" y="97019"/>
            <a:ext cx="1147916" cy="9930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xmlns="" val="2454198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B8402E-C746-FA2C-3EF6-CAA4DBA7E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036" y="38025"/>
            <a:ext cx="9330813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TASK SCHEDULER &amp;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97F3AA-6123-A7D6-7AEA-E56AC8AA1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is designed to help users convert important activities into scheduled tasks instead of relying completely on memory.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task can be associated with a specific date and time so that the application knows when the activity is expected to be completed.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priority can be used to distinguish important activities from less urgent tasks during planning and management.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date-and-time functionality supports the scheduling logic by working with dates, times and durations.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background checking mechanism identifies due tasks and supports reminder notifications when the scheduled time is reached.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xmlns="" id="{E9F72572-4C4A-C29B-BEBF-AE5AE2991A2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8703" y="130274"/>
            <a:ext cx="1238864" cy="1120875"/>
          </a:xfrm>
          <a:prstGeom prst="rect">
            <a:avLst/>
          </a:prstGeom>
          <a:ln/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xmlns="" id="{AE8B92BB-E378-97A7-929E-9444DE2B92F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75318" y="97019"/>
            <a:ext cx="1147916" cy="9930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xmlns="" val="294009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07DDB3-C6E7-744A-4D61-8DA1271E6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2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SMART SEARCH &amp; QUICK LAUNCHER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185289-FAB5-623D-88E2-F243990E9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allows the user to select a search location and enter a complete filename or part of a filename to begin the search. </a:t>
            </a:r>
          </a:p>
          <a:p>
            <a:pPr lvl="0" algn="just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VisionDesk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recursively explores the selected directory and its subdirectories instead of requiring the user to open each folder manually.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files and folders are collected and displayed in a clear result list for easy identification.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result can be launched directly through its associated desktop application using the system's desktop integration.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also open the containing folder, making it easier to continue working with the located file.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xmlns="" id="{0EBF32A8-3157-6E50-3756-9B549756308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8703" y="130274"/>
            <a:ext cx="1238864" cy="1120875"/>
          </a:xfrm>
          <a:prstGeom prst="rect">
            <a:avLst/>
          </a:prstGeom>
          <a:ln/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xmlns="" id="{C97ED323-F340-3AC4-2511-CD2709B746C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75318" y="97019"/>
            <a:ext cx="1147916" cy="9930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xmlns="" val="4262016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5074" y="393117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Advantages and Applications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Advantages: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Automatic spam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detectionFast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classification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Reduces unwanted messages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Improves user security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process large numbers of messages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Applications: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Mobile messaging applications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Telecom services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Email and messaging security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Fraud detection systems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Customer communication platforms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image4.png">
            <a:extLst>
              <a:ext uri="{FF2B5EF4-FFF2-40B4-BE49-F238E27FC236}">
                <a16:creationId xmlns:a16="http://schemas.microsoft.com/office/drawing/2014/main" xmlns="" id="{0EBF32A8-3157-6E50-3756-9B549756308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82090" y="120944"/>
            <a:ext cx="1238864" cy="1120875"/>
          </a:xfrm>
          <a:prstGeom prst="rect">
            <a:avLst/>
          </a:prstGeom>
          <a:ln/>
        </p:spPr>
      </p:pic>
      <p:pic>
        <p:nvPicPr>
          <p:cNvPr id="5" name="image1.png">
            <a:extLst>
              <a:ext uri="{FF2B5EF4-FFF2-40B4-BE49-F238E27FC236}">
                <a16:creationId xmlns:a16="http://schemas.microsoft.com/office/drawing/2014/main" xmlns="" id="{C97ED323-F340-3AC4-2511-CD2709B746C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992562" y="111967"/>
            <a:ext cx="1147916" cy="993057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F60C3A-B9B8-5FC4-76D0-887AD27F2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2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D505C6-0B60-F54B-7C3D-6C62915DE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2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 can effectively identify SMS spam.</a:t>
            </a:r>
          </a:p>
          <a:p>
            <a:pPr lvl="0" algn="just">
              <a:lnSpc>
                <a:spcPct val="12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and feature extraction improve classification.</a:t>
            </a:r>
          </a:p>
          <a:p>
            <a:pPr lvl="0" algn="just">
              <a:lnSpc>
                <a:spcPct val="12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automatically separates Spam and Ham messages.</a:t>
            </a:r>
          </a:p>
          <a:p>
            <a:pPr lvl="0" algn="just">
              <a:lnSpc>
                <a:spcPct val="12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help reduce unwanted and potentially harmful messages.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xmlns="" id="{44369D68-6059-1D08-40A1-FCE33819C16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8703" y="130274"/>
            <a:ext cx="1238864" cy="1120875"/>
          </a:xfrm>
          <a:prstGeom prst="rect">
            <a:avLst/>
          </a:prstGeom>
          <a:ln/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xmlns="" id="{AFA5A795-9E44-4E09-07DF-FF250675345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75318" y="97019"/>
            <a:ext cx="1147916" cy="9930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xmlns="" val="1207447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5D5D5C-63B9-7FB1-BEBF-F540F73B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2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9EB8F8-88E8-5F2D-96A8-66B7821A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508" y="1422582"/>
            <a:ext cx="10515600" cy="4351338"/>
          </a:xfrm>
        </p:spPr>
        <p:txBody>
          <a:bodyPr>
            <a:noAutofit/>
          </a:bodyPr>
          <a:lstStyle/>
          <a:p>
            <a:pPr lvl="0" algn="just">
              <a:lnSpc>
                <a:spcPct val="12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advanced Deep Learning models.</a:t>
            </a:r>
          </a:p>
          <a:p>
            <a:pPr lvl="0" algn="just">
              <a:lnSpc>
                <a:spcPct val="12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languages.</a:t>
            </a:r>
          </a:p>
          <a:p>
            <a:pPr lvl="0" algn="just">
              <a:lnSpc>
                <a:spcPct val="12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 phishing and malicious links.</a:t>
            </a:r>
          </a:p>
          <a:p>
            <a:pPr lvl="0" algn="just">
              <a:lnSpc>
                <a:spcPct val="12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system with real-time SMS applications.</a:t>
            </a:r>
          </a:p>
          <a:p>
            <a:pPr lvl="0" algn="just">
              <a:lnSpc>
                <a:spcPct val="12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learn from newly detected spam patterns.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xmlns="" id="{8AFC9A7D-B32E-95D9-CFBD-1E5FA8DD175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8703" y="130274"/>
            <a:ext cx="1238864" cy="1120875"/>
          </a:xfrm>
          <a:prstGeom prst="rect">
            <a:avLst/>
          </a:prstGeom>
          <a:ln/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xmlns="" id="{5CCF06C3-8E4F-3D90-852F-1DD913AB8E2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685150" y="97019"/>
            <a:ext cx="1147916" cy="9930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xmlns="" val="761510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1A2E85-F400-2F1F-32C2-BE54CF866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80738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2328109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26" name="AutoShape 2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6" name="AutoShape 12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2" name="AutoShape 18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4" name="AutoShape 20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6" name="AutoShape 22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8" name="AutoShape 24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0" name="AutoShape 26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2" name="AutoShape 28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4" name="AutoShape 30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6" name="AutoShape 32" descr="blob:https://web.whatsapp.com/ff9d146d-f7ef-4cb2-b552-b2c806c93d5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 descr="WhatsApp Image 2026-09-02 at 9.54.46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801</Words>
  <Application>Microsoft Office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VisionDesk: Intelligent Desktop Management Application</vt:lpstr>
      <vt:lpstr>INTRODUCTION</vt:lpstr>
      <vt:lpstr>PROBLEM STATEMENT</vt:lpstr>
      <vt:lpstr>OBJECTIVES</vt:lpstr>
      <vt:lpstr>Slide 5</vt:lpstr>
      <vt:lpstr>MODULE 1: SMART FILE &amp; FOLDER ORGANIZER</vt:lpstr>
      <vt:lpstr>MODULE 2: SYSTEM RESOURCE MONITOR</vt:lpstr>
      <vt:lpstr>MODULE 3: TASK SCHEDULER &amp; REMINDER</vt:lpstr>
      <vt:lpstr>MODULE 4: SMART SEARCH &amp; QUICK LAUNCHER</vt:lpstr>
      <vt:lpstr>Advantages and Applications</vt:lpstr>
      <vt:lpstr>CONCLUSION</vt:lpstr>
      <vt:lpstr>FUTURE SCOPE</vt:lpstr>
      <vt:lpstr>THANK YOU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VisionDesk: Intelligent Desktop Management Application</dc:title>
  <dc:creator>Priyanga Baskar</dc:creator>
  <cp:lastModifiedBy>sanjai S</cp:lastModifiedBy>
  <cp:revision>8</cp:revision>
  <dcterms:created xsi:type="dcterms:W3CDTF">2026-08-21T15:57:38Z</dcterms:created>
  <dcterms:modified xsi:type="dcterms:W3CDTF">2026-09-02T04:27:46Z</dcterms:modified>
</cp:coreProperties>
</file>